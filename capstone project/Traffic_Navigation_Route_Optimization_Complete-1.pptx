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E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NAVIGATION AND ROUTE
</a:t>
            </a:r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OPTIMIZATION SYSTEM USING GRAPHS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GRAPH-BASED SYSTEM FOR DYNAMIC ROUTE OPTIMIZATION USING DIJKSTRA'S / A*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K. SAMPATH KUMAR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H. HARSHAVARDHAN (192511171)
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MOHAMED SYED THOWFIQ S (192511178)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3383280"/>
          </a:xfrm>
          <a:prstGeom prst="roundRect">
            <a:avLst>
              <a:gd name="adj" fmla="val 2162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and implement a graph-based Traffic Navigation and Route Optimization System that models a city road network as a weighted directed graph, and to compute the fastest time-based route between any source and destination in real time — adapting dynamically to changing traffic congestion and road-closure conditions using Dijkstra's Algorithm and A* Search.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3383280"/>
          </a:xfrm>
          <a:prstGeom prst="roundRect">
            <a:avLst>
              <a:gd name="adj" fmla="val 2162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proposes a Traffic Navigation and Route Optimization System built on a weighted directed graph model of a city road network. Intersections are represented as nodes and roads as directed edges storing distance and speed-limit attributes, implemented using a memory-efficient adjacency list capable of supporting at least fifty nodes. A dynamic simulation layer adjusts edge weights in real time to reflect changing traffic congestion across the day, using a travel-time formula that combines distance, speed, and a traffic factor. On top of this live graph, a route optimization engine applies Dijkstra's Algorithm or A* Search with heuristics to compute the fastest time-based path between a source and destination, correctly handling road-closure scenarios modelled as infinite-weight edges, and returning the ordered route with its estimated total travel time in under one hundred milliseconds.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road networks can be modelled naturally as graphs, with intersections as nodes and roads as directed, weighted edges.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shortest-path calculations are unrealistic, since real travel time depends heavily on time-varying traffic congestion.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graph algorithms such as Dijkstra's and A* Search can compute optimal routes efficiently even as edge weights change.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combines graph construction, live traffic simulation, and pathfinding into a single route optimization system.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intended to demonstrate how core data-structure concepts (graphs, priority queues) solve a practical navigation problem.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construct a weighted directed graph representing a city layout with at least 50 nodes.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store distance and speed-limit attributes on every edge using a memory-efficient adjacency list.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simulate dynamic traffic congestion by updating edge weights based on time of day.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Dijkstra's Algorithm or A* Search to compute the fastest time-based route between two nodes.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handle real-world scenarios such as road closures, modelled as infinite-weight edges.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return the optimal route as an ordered node list with total estimated travel time, computed in under 100ms.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TITLES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Representation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Traffic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 Optimization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MAP REPRESENTATION &amp; GRAPH CONSTRUCTION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the city layout as a weighted directed graph.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city intersections as nodes and roads as directed edges with initial weights.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distance and speed-limit attributes on every edge.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a graph of at least 50 nodes for realistic scale.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 the map using a memory-efficient adjacency list.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a coordinate mapping to link each node to a real-world position.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DYNAMIC TRAFFIC SIMULATION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real-time weight updater for graph edges.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 traffic congestion by dynamically adjusting edge weights based on time of day.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travel time using the formula: W = (Distance / Speed) − Traffic Factor.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randomized simulation to generate realistic, varying congestion patterns.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 a “Live” graph where edge weights continuously reflect simulated traffic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ROUTE OPTIMIZATION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pathfinding algorithms to compute the fastest route.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Dijkstra's Algorithm or A* Search with heuristics for time-based shortest-path calculation.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the optimal path between any source and destination node in under 100ms.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“Road Closed” scenarios by treating the affected edge as having infinite weight.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an ordered list of nodes representing the fastest route along with total estimated travel time.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 the city road network as a weighted directed graph G(V, E) using an adjacency list.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 each edge a base weight computed from distance and speed limit.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runtime, update edge weights using W = (Distance / Speed) − Traffic Factor to reflect live congestion.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closed roads by setting the corresponding edge weight to infinity.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Dijkstra's Algorithm (or A* Search with an admissible heuristic) from the source using a min-priority queue.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Relax edges until the destination is reached, then backtrack through predecessors to output the route and travel time.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017520" y="10515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051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6916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691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City 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(Nodes &amp; Weighted Edges)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Live Traffic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 (Simulation)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97180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971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Dijkstra's / A*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611880"/>
            <a:ext cx="3108960" cy="731520"/>
          </a:xfrm>
          <a:prstGeom prst="diamond">
            <a:avLst/>
          </a:prstGeom>
          <a:solidFill>
            <a:srgbClr val="F5F5F5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Closed?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(Edge Weight = ∞)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448056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Route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0" y="219456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283464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47472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4343400"/>
            <a:ext cx="0" cy="13716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63640" y="3611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→ continue   |   Yes → set weight = ∞, re-route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PSEUDOCODE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352044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FindFastestRoute(Graph, source, destination):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dist[source]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dist[v] = INFINITY for all other nodes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prev[v] = NULL for all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 = MinPriorityQueue();  PQ.push((0, source))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PQ is not empty: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(d, u) = PQ.pop_min()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 == destination: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edge (u, v) IN Graph.adjacency[u]: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 = ComputeLiveWeight(u, v)   // distance, speed, traffic factor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w == INFINITY: CONTINUE     // road closed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dist[u] + w &lt; dist[v]: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dist[u] + 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prev[v] = 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PQ.push((dist[v], v))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ReconstructPath(prev, destination)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path, dist[destination]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COMPONENT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NetworkX / Custom Graph Library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Adjacency List Data Structure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 Queue (heapq)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 / A* Search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Randomized Traffic Generator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 (Graph Visualisation)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/ Streamlit Dashboard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81304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13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 Mapping Utility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381304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13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Code / Jupyter Notebook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 the city graph with nodes, directed edges and weights.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the adjacency list and coordinate mapping.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258568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311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the dynamic traffic simulation and weight-update formula.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79806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Dijkstra's / A* Search for shortest time-based path.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road-closure (infinite weight) scenarios.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the optimal route and total estimated travel time.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/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5156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map with intersections (≥50 nodes) and roads as edges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Distance and speed-limit values per road segment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real-time traffic factor per edge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node and destination node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 flags, if any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474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Ordered list of nodes forming the fastest route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estimated travel time (ms)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Updated live traffic-weighted graph snapshot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 computed in under 100 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 PARAMETERS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nodes / edges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 calculation time (ms)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factor accuracy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 handling correctness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 optimality (shortest time)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Memory usage of adjacency list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update frequency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Heuristic accuracy (A*)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PARAMETERS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Accurate, time-based shortest route computation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Realistic simulation of time-varying traffic congestion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route recalculation, under 100ms per query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 handling of road closures and blocked routes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scalable, memory-efficient city graph representation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tested with 50 nodes and 130 directed edges representing a sample city layout.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path computation time recorded at ~42 ms, well within the 100 ms target.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 and A* Search returned identical optimal paths; A* explored ~35% fewer nodes on average.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traffic factor caused route re-ranking in 18 of 50 test queries, confirming dynamic adaptability.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Road-closure edges (infinite weight) were correctly excluded from all computed paths.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figures above are placeholder/sample data — replace with your actual experimental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successfully models a city road network as a weighted directed graph supporting real-time traffic adaptation.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 and A* Search reliably compute optimal, time-based routes even as edge weights change dynamically.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closures are handled correctly through infinite-weight edges, with routes returned in under 100 ms.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demonstrates how core data structures — graphs, adjacency lists, and priority queues — solve a real-world navigation problem.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may extend the system with real GPS data, multi-vehicle routing, and ML-based traffic prediction.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TECHNIQUES TO BE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(Adjacency List)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 Mapping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 Queues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10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Randomized Simulation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Dijkstra's Algorithm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47802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A* Search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Heuristics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 w="12700">
            <a:solidFill>
              <a:srgbClr val="D9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Cormen, T. H., Leiserson, C. E., Rivest, R. L., &amp; Stein, C. (2009). Introduction to Algorithms (3rd ed.). MIT Press.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Hart, P. E., Nilsson, N. J., &amp; Raphael, B. (1968). A formal basis for the heuristic determination of minimum cost paths. IEEE Transactions on Systems Science and Cybernetics, 4(2), 100-107.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Dijkstra, E. W. (1959). A note on two problems in connexion with graphs. Numerische Mathematik, 1(1), 269-271.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Delling, D., Sanders, P., Schultes, D., &amp; Wagner, D. (2009). Engineering route planning algorithms. In Algorithmics of Large and Complex Networks (pp. 117-139). Springer.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Fu, L., Sun, D., &amp; Rilett, L. R. (2006). Heuristic shortest path algorithms for transportation applications: State of the art. Computers &amp; Operations Research, 33(11), 3324-3343.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2026-07-28T03:06:09Z</dcterms:created>
  <dcterms:modified xsi:type="dcterms:W3CDTF">2026-07-28T03:06:09Z</dcterms:modified>
</cp:coreProperties>
</file>